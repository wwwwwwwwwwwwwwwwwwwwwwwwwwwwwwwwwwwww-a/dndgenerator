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6" r:id="rId5"/>
    <p:sldId id="271" r:id="rId6"/>
    <p:sldId id="260" r:id="rId7"/>
    <p:sldId id="258" r:id="rId8"/>
    <p:sldId id="268" r:id="rId9"/>
    <p:sldId id="269" r:id="rId10"/>
    <p:sldId id="273" r:id="rId11"/>
    <p:sldId id="270" r:id="rId12"/>
    <p:sldId id="272" r:id="rId13"/>
    <p:sldId id="262" r:id="rId14"/>
    <p:sldId id="26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C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00C46-B34D-4771-B258-37822DB81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2A2188-0D89-4537-B4EE-22A7C73BB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A5924D-4D96-442E-9077-5DF5FB34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6F9E2D-578D-4474-8FE8-140AC106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0CE32-F4BD-4FD1-806F-27B7CE1E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35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6EB9F-6408-4BB3-8628-ABDD74B9E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DE9542-6174-4C6A-8065-6ED1DEE47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8C7A2F-4EDC-4A7F-AF30-E14611E2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0B27E-3B32-44A5-809B-D0B1316F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1A14D6-B7E5-409E-B237-E5F2955E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363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AC042-9526-4984-A077-F29B2BC2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E6607B-7208-4EEC-B365-0731CC791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DB887-D457-4E7C-B3F8-877DC637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A0E8C6-FA12-48B2-9911-E3F83A58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C34382-B357-449F-8E5A-DA8C7187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20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F5021-E15E-4FD6-8590-36048F37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AAFBA-7546-4DFE-B1F8-D913B3DC7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89322C-0798-4DD3-B9DB-A7C7FEBA9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ACA154-FF19-4C06-BD8D-5F912C79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94EFC4-A5EF-4767-B4E1-47DF204B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0DF5B0-FC6F-4138-AB48-81F9FB24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1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D4144-BF21-4F17-9B80-70F6B643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A7876-466C-41F0-BE99-381528490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5C7B29-BF6B-48D9-8CE0-6681D1BAB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202A17-96D2-4584-9BBC-395F53ECA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8FB9EF-F3D6-4732-99F1-C22B7D7F0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6638F7-39B3-40A7-8E29-23DEB59C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A8D68E-AE5C-4567-919E-9C842BA3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BC155A-B543-4CDC-B40C-FE998B71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5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71B35-DFB8-4BB5-97AA-14D4210C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5A9BE1-A07B-4D62-AD17-95111764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422E41-755C-46A4-8420-4FE3400C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AA965F-F3CE-493C-8B22-2EFDD701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50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DD0EF9-5926-46C3-BA56-87D85DC3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4AF394-ED13-4B26-86AD-B15ECA5D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96B913-1E54-4CE4-874C-CAC0503C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78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354BE-680E-4483-981F-7DF17A90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5EDD7-F6C2-4D53-A7F2-D85F56DAD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361B8C-9AC7-4F2E-AB27-2D42180C6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9D3C01-1BC2-427B-AC67-50D21D8C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0C2497-CDD3-4573-8835-A3D6B317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A6A632-A7B5-492E-A12D-C60797B9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EC6BB-A51F-4C2E-99DE-A0141035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9796A41-4619-4C69-AED3-E9F47E2D7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E8A055-210E-409F-9FA0-101B227E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8ABE06-5E87-44FC-A47D-D61151E22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0F2B1-6788-4F1C-A3D8-B8E725B9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300684-70D9-40DC-9844-4A648551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31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FCC22-9F7A-44AD-9C52-9752C5BD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86B701-FD4A-41A5-AFB9-26E28C302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7E79A-A1F7-42FA-9426-C9AAAF30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82E49A-6CBF-49EB-BC80-BE699319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49DD9C-AFCD-47D5-903A-59F2D9C6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1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35469F-4C0A-4493-94FE-990E09329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25090E-32F5-4DC0-B8B6-1EF126CD5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28D2AC-70FF-4149-BA58-C82CD088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579747-401B-47E5-A85B-C4AB1C43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E5FEA9-6ED5-43FF-B4E1-3A02045EE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94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A5AA2-BD34-47F8-94F7-2AF46CB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D7AEBA-0D69-4644-80E8-D0FA39677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8D82FB-8108-481A-A502-27D76302B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7EF6A-A851-4AA5-B37B-71AA6857923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FE8940-7C16-47C9-BE36-9B55168A4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7BBBF5-4A03-4756-9B86-E91CA7357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1413C-61A4-4936-89DE-2A8102FC71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51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C4AC3-E71E-4694-B85E-0E2CA916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5950" y="67734"/>
            <a:ext cx="5605083" cy="167639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общеобразовательное учреждение города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Москвы «Школа №1561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FFC080-5224-401D-BBB5-91BEDD4B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2500" y="1744546"/>
            <a:ext cx="7747000" cy="738664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Bef>
                <a:spcPts val="2400"/>
              </a:spcBef>
              <a:spcAft>
                <a:spcPts val="600"/>
              </a:spcAft>
            </a:pP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сайта-генератора неигровых и игровых персонажей для D&amp;D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 использованием нейронных сетей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7CF29-189F-4543-BF22-FE3990E817B0}"/>
              </a:ext>
            </a:extLst>
          </p:cNvPr>
          <p:cNvSpPr txBox="1"/>
          <p:nvPr/>
        </p:nvSpPr>
        <p:spPr>
          <a:xfrm>
            <a:off x="5325383" y="6399313"/>
            <a:ext cx="1541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0A7AA-35A1-47F0-843E-1D1C0346F951}"/>
              </a:ext>
            </a:extLst>
          </p:cNvPr>
          <p:cNvSpPr txBox="1"/>
          <p:nvPr/>
        </p:nvSpPr>
        <p:spPr>
          <a:xfrm>
            <a:off x="6714067" y="3059668"/>
            <a:ext cx="23679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Участники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Пронин Леонид 10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Хмыров Павел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3DDB0-254C-4FD4-B32C-8252376B0DAC}"/>
              </a:ext>
            </a:extLst>
          </p:cNvPr>
          <p:cNvSpPr txBox="1"/>
          <p:nvPr/>
        </p:nvSpPr>
        <p:spPr>
          <a:xfrm>
            <a:off x="6714067" y="4406325"/>
            <a:ext cx="3600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Руководители: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Елена Олеговна Дружинина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Сотрудник ГБОУ школы №1561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Алексей Алексеевич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Зюков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Лаборант отдела онлайн - образования НИЯУ МИФИ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31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5B904-B172-4AB7-B982-0CB3A486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 обозначения и сокращения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2DB4F-825D-48D2-9428-E433EB724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НРИ – Настольная Ролевая Игра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D&amp;D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– англ.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Dungeons and Dragons (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подземелья и драконы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это НРИ в жанре фэнтези, где участники создают персонажей, исследуют миры и сражаются, используя воображение и строгие правила. Ведущий(Мастер) описывает окружение, а игроки управляют героями, определяя успех действий бросками кубиков.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НПС - Неигровой Персонаж от англ.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NPC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Non-Player Character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персонаж из окружения которым управляет программа, а не пользователь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UI –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 англ.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- интерфейс с которым напрямую взаимодействует клиент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86028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F0336E8-D1CC-4247-89FA-49265C6D4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45"/>
            <a:ext cx="5071533" cy="4351338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14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Dungeons</a:t>
            </a:r>
            <a:r>
              <a:rPr lang="ru-RU" sz="1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ru-RU" sz="14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Dragons</a:t>
            </a:r>
            <a:r>
              <a:rPr lang="ru-RU" sz="1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 также другие НРИ становятся популярнее с каждым годом. Популярность темы обеспечивает приток новичков, которым тяжело разобраться во всех тонкостях правил сразу(рис.1.1).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399A17D-43A5-4F91-9010-AADB486245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67605"/>
            <a:ext cx="10515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r>
              <a:rPr sz="2000" spc="-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C5925C-29A2-455D-91F3-D5BAB134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732" y="545271"/>
            <a:ext cx="5835359" cy="3423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301BE-4FC1-48B7-8A34-328C468CD380}"/>
              </a:ext>
            </a:extLst>
          </p:cNvPr>
          <p:cNvSpPr txBox="1"/>
          <p:nvPr/>
        </p:nvSpPr>
        <p:spPr>
          <a:xfrm>
            <a:off x="6841658" y="4133441"/>
            <a:ext cx="4479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Рис.1.1. График поисковых запросов в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Dungeons and Dragons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 2004 года по настоящее время</a:t>
            </a:r>
          </a:p>
        </p:txBody>
      </p:sp>
    </p:spTree>
    <p:extLst>
      <p:ext uri="{BB962C8B-B14F-4D97-AF65-F5344CB8AC3E}">
        <p14:creationId xmlns:p14="http://schemas.microsoft.com/office/powerpoint/2010/main" val="24174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7E987-CFFA-4D4A-AE96-70EA8115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8CCCC-AF49-4708-9E58-0D088F827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13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Цель работы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— разработать удобный онлайн-инструмент (веб-сервис), который ускоряет процесс создания уникальных игровых персонажей и НПС для D&amp;D, а также позволяет структурировать и хранить их в единой системе.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A8600-4B26-495C-834F-C61B991A0C36}"/>
              </a:ext>
            </a:extLst>
          </p:cNvPr>
          <p:cNvSpPr txBox="1"/>
          <p:nvPr/>
        </p:nvSpPr>
        <p:spPr>
          <a:xfrm>
            <a:off x="5681133" y="1690688"/>
            <a:ext cx="5791200" cy="2483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достижения цели были поставлены следующие </a:t>
            </a:r>
            <a:r>
              <a:rPr lang="ru-RU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задачи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Изучить механику создания персонажей в системе D&amp;D 5e.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Спроектировать архитектуру веб-приложения и структуру базы данных.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Разработать алгоритм взаимодействия с нейросетью для генерации контента.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Реализовать систему регистрации и личный кабинет пользователя.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Создать интуитивно понятный интерфейс с возможностью кастомизации (темы оформления).</a:t>
            </a:r>
          </a:p>
        </p:txBody>
      </p:sp>
    </p:spTree>
    <p:extLst>
      <p:ext uri="{BB962C8B-B14F-4D97-AF65-F5344CB8AC3E}">
        <p14:creationId xmlns:p14="http://schemas.microsoft.com/office/powerpoint/2010/main" val="202987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E98D0-9499-4AA4-8186-967AC6A4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Этапы выполнения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5DC57-4856-4D51-9E5F-DBB1B566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ru-RU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Распределение обязанностей: Павел занимался документацией, поиском информации и справочных материалов, Леонид занимался созданием отдельных рабочих блоков программы.</a:t>
            </a: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Создание рабочего прототипа: создание каркаса сайта с помощью языка разметки HTML, стилей с помощью CSS, написание серверной части сайта на языке </a:t>
            </a:r>
            <a:r>
              <a:rPr lang="ru-RU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локальный запуск и тестирование.</a:t>
            </a: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Интеграция нейросети: с помощью провайдера Polynations.ai была интегрирована нейросеть для взаимодействия с пользователем (генерации персонажей).</a:t>
            </a: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 Финальные доработки: оптимизация работы нейросети, доработка пользовательского интерфейса.</a:t>
            </a: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3192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30566-376B-4D5C-8CC8-A721BAFB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C8CA5-B0C7-4F26-B6F5-03BE4EFD1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fontAlgn="base">
              <a:lnSpc>
                <a:spcPct val="107000"/>
              </a:lnSpc>
              <a:spcAft>
                <a:spcPts val="800"/>
              </a:spcAft>
              <a:buNone/>
            </a:pP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Backend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Python,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Flask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(маршрутизация, логика).</a:t>
            </a:r>
          </a:p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Frontend: HTML5, CSS3, JavaScript.</a:t>
            </a:r>
            <a:endParaRPr lang="ru-RU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База данных: SQLite3 (для хранения данных пользователей и персонажей).</a:t>
            </a: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Искусственный интеллект: API Pollinations.ai (модель </a:t>
            </a:r>
            <a:r>
              <a:rPr lang="ru-RU" sz="1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Mistral</a:t>
            </a:r>
            <a:r>
              <a:rPr lang="ru-RU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для генерации текстовых описаний и характеристик.</a:t>
            </a:r>
          </a:p>
          <a:p>
            <a:pPr marL="0" indent="0">
              <a:buNone/>
            </a:pP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9485E5-B170-482A-BBF9-099B61B19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58241"/>
            <a:ext cx="1618722" cy="16187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606E3A-CDFF-4FED-9967-91969F3E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133" y="4563268"/>
            <a:ext cx="1613695" cy="16136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0A74E0-2362-4491-BCDE-F5E264ED9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039" y="4558241"/>
            <a:ext cx="1613695" cy="161369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A04DBD3-A062-4EA4-B1CA-655394B68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945" y="4558241"/>
            <a:ext cx="1481667" cy="148166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B70D9CE-1883-4549-BED0-B7E853BE0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823" y="4553214"/>
            <a:ext cx="1618722" cy="161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8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35CDC-0CFA-47F1-A8F6-EE8CB451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800"/>
              </a:spcAft>
            </a:pPr>
            <a:r>
              <a:rPr lang="ru-RU" sz="20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Функциональные возможности</a:t>
            </a:r>
            <a:endParaRPr lang="ru-RU" sz="2000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92E8F-EACD-411D-B255-96C259F4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4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персонажей(класс, раса, предыстория, внешность(текстом), характеристики).</a:t>
            </a:r>
          </a:p>
          <a:p>
            <a:r>
              <a:rPr lang="ru-RU" sz="14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НПС любой профессии с произвольной предысторией.</a:t>
            </a:r>
          </a:p>
          <a:p>
            <a:r>
              <a:rPr lang="ru-RU" sz="14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Удобная организация генераций в профиле.</a:t>
            </a:r>
          </a:p>
          <a:p>
            <a:r>
              <a:rPr lang="ru-RU" sz="140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Авторизация пользователей и система аккаунтов.</a:t>
            </a:r>
          </a:p>
        </p:txBody>
      </p:sp>
    </p:spTree>
    <p:extLst>
      <p:ext uri="{BB962C8B-B14F-4D97-AF65-F5344CB8AC3E}">
        <p14:creationId xmlns:p14="http://schemas.microsoft.com/office/powerpoint/2010/main" val="14878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63B57-C04A-464B-99A5-6ABBA7A2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Аналоги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2031E8C-6031-4E15-B58A-9AA3D9C7B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691277"/>
              </p:ext>
            </p:extLst>
          </p:nvPr>
        </p:nvGraphicFramePr>
        <p:xfrm>
          <a:off x="838200" y="1381125"/>
          <a:ext cx="10515600" cy="4622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87069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11909676"/>
                    </a:ext>
                  </a:extLst>
                </a:gridCol>
                <a:gridCol w="2131609">
                  <a:extLst>
                    <a:ext uri="{9D8B030D-6E8A-4147-A177-3AD203B41FA5}">
                      <a16:colId xmlns:a16="http://schemas.microsoft.com/office/drawing/2014/main" val="2160014984"/>
                    </a:ext>
                  </a:extLst>
                </a:gridCol>
                <a:gridCol w="2074631">
                  <a:extLst>
                    <a:ext uri="{9D8B030D-6E8A-4147-A177-3AD203B41FA5}">
                      <a16:colId xmlns:a16="http://schemas.microsoft.com/office/drawing/2014/main" val="7163763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5965814"/>
                    </a:ext>
                  </a:extLst>
                </a:gridCol>
              </a:tblGrid>
              <a:tr h="60432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Критерий сравнения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D&amp;D </a:t>
                      </a:r>
                      <a:r>
                        <a:rPr lang="ru-RU" sz="800" dirty="0" err="1">
                          <a:effectLst/>
                        </a:rPr>
                        <a:t>Beyond</a:t>
                      </a:r>
                      <a:r>
                        <a:rPr lang="ru-RU" sz="800" dirty="0">
                          <a:effectLst/>
                        </a:rPr>
                        <a:t> (Официальный)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 err="1">
                          <a:effectLst/>
                        </a:rPr>
                        <a:t>FastCharacter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 err="1">
                          <a:effectLst/>
                        </a:rPr>
                        <a:t>Charbox</a:t>
                      </a:r>
                      <a:r>
                        <a:rPr lang="ru-RU" sz="800" dirty="0">
                          <a:effectLst/>
                        </a:rPr>
                        <a:t> (Шкатулка)</a:t>
                      </a:r>
                      <a:r>
                        <a:rPr lang="en-US" sz="800" dirty="0">
                          <a:effectLst/>
                        </a:rPr>
                        <a:t> {https://dnd24.charbox.org/]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Наш проект (D&amp;D </a:t>
                      </a:r>
                      <a:r>
                        <a:rPr lang="ru-RU" sz="800" dirty="0" err="1">
                          <a:effectLst/>
                        </a:rPr>
                        <a:t>Gen</a:t>
                      </a:r>
                      <a:r>
                        <a:rPr lang="ru-RU" sz="800" dirty="0">
                          <a:effectLst/>
                        </a:rPr>
                        <a:t>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128555"/>
                  </a:ext>
                </a:extLst>
              </a:tr>
              <a:tr h="60432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Основной метод генерации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Ручной выбор / </a:t>
                      </a:r>
                      <a:r>
                        <a:rPr lang="ru-RU" sz="800" dirty="0" err="1">
                          <a:effectLst/>
                        </a:rPr>
                        <a:t>Рандомизатор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Алгоритмический (шаблоны)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 err="1">
                          <a:effectLst/>
                        </a:rPr>
                        <a:t>Рандомизатор</a:t>
                      </a:r>
                      <a:r>
                        <a:rPr lang="ru-RU" sz="800" dirty="0">
                          <a:effectLst/>
                        </a:rPr>
                        <a:t> по таблицам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Нейросеть (LLM)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344043"/>
                  </a:ext>
                </a:extLst>
              </a:tr>
              <a:tr h="7351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Глубина предыстории (Биографии)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Пишется пользователем вручную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Отсутствует или 1-2 шаблонные фразы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Краткие теги (черты)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Связная литературная история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extLst>
                  <a:ext uri="{0D108BD9-81ED-4DB2-BD59-A6C34878D82A}">
                    <a16:rowId xmlns:a16="http://schemas.microsoft.com/office/drawing/2014/main" val="2262044182"/>
                  </a:ext>
                </a:extLst>
              </a:tr>
              <a:tr h="60432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Стоимость использования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Условно-бесплатно (контент платный)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Бесплатно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Бесплатно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Бесплатно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358776"/>
                  </a:ext>
                </a:extLst>
              </a:tr>
              <a:tr h="60432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Сохранение персонажей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Есть (облачное хранилище)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Нет (только выдача результата)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Нет (в рамках одной сессии)</a:t>
                      </a:r>
                      <a:r>
                        <a:rPr lang="en-US" sz="800" dirty="0">
                          <a:effectLst/>
                        </a:rPr>
                        <a:t> 31 </a:t>
                      </a:r>
                      <a:r>
                        <a:rPr lang="ru-RU" sz="800" dirty="0">
                          <a:effectLst/>
                        </a:rPr>
                        <a:t>генерация хранится в течение 25 минут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Есть (Личный кабинет)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extLst>
                  <a:ext uri="{0D108BD9-81ED-4DB2-BD59-A6C34878D82A}">
                    <a16:rowId xmlns:a16="http://schemas.microsoft.com/office/drawing/2014/main" val="353098475"/>
                  </a:ext>
                </a:extLst>
              </a:tr>
              <a:tr h="86602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Кастомизация интерфейса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Фиксированная тема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Нет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Выбор темы (Dark/Light), акцентного цвета(1 из 9)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Выбор темы (Dark/Light), акцентного цвета(любой)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D5C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865935"/>
                  </a:ext>
                </a:extLst>
              </a:tr>
              <a:tr h="60432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Гибкость запроса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Строго по правилам книг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Только случайная генерация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>
                          <a:effectLst/>
                        </a:rPr>
                        <a:t>Настройка фильтров</a:t>
                      </a:r>
                      <a:endParaRPr lang="ru-RU" sz="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800" dirty="0">
                          <a:effectLst/>
                        </a:rPr>
                        <a:t>Понимание естественного языка</a:t>
                      </a:r>
                      <a:endParaRPr lang="ru-RU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670" marR="61670" marT="41113" marB="41113" anchor="ctr"/>
                </a:tc>
                <a:extLst>
                  <a:ext uri="{0D108BD9-81ED-4DB2-BD59-A6C34878D82A}">
                    <a16:rowId xmlns:a16="http://schemas.microsoft.com/office/drawing/2014/main" val="2635361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88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C0BA8-6DBE-4AC8-BA83-47220717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аналогами (кастомизация)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3EEC99-67D4-44B0-B3BA-D659D5914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7" y="1506022"/>
            <a:ext cx="5348865" cy="36531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96B7A4-949C-4463-8D97-E9DFB725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515" y="1506022"/>
            <a:ext cx="6163694" cy="30449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A374D-674D-436C-B5EB-B24EC99039F4}"/>
              </a:ext>
            </a:extLst>
          </p:cNvPr>
          <p:cNvSpPr txBox="1"/>
          <p:nvPr/>
        </p:nvSpPr>
        <p:spPr>
          <a:xfrm>
            <a:off x="7079602" y="4890313"/>
            <a:ext cx="4108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2.2. вкладка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настройки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с кастомизацией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в нашем проекте.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400E2-C151-417F-AF82-B790CB35A426}"/>
              </a:ext>
            </a:extLst>
          </p:cNvPr>
          <p:cNvSpPr txBox="1"/>
          <p:nvPr/>
        </p:nvSpPr>
        <p:spPr>
          <a:xfrm>
            <a:off x="1003625" y="5438323"/>
            <a:ext cx="3790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2.1. кастомизация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 Генератор Персонажей 5.5е (2024) (справа сверху).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3612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FDEE9-4B18-4FDD-A435-49484FCE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аналогами (генерация персонажей)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43785B-655F-47C6-9776-B99100B08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279" y="1690688"/>
            <a:ext cx="5316388" cy="26069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460F38-5CD5-4BE6-9A6F-683FA11F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84" y="1690688"/>
            <a:ext cx="5316387" cy="2623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832513-AFCC-4F2E-99AF-A46FF342C5E8}"/>
              </a:ext>
            </a:extLst>
          </p:cNvPr>
          <p:cNvSpPr txBox="1"/>
          <p:nvPr/>
        </p:nvSpPr>
        <p:spPr>
          <a:xfrm>
            <a:off x="1434376" y="4726000"/>
            <a:ext cx="3352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3.1 пошаговая генерация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A23E5-4B05-4F26-AE7C-0F492F937545}"/>
              </a:ext>
            </a:extLst>
          </p:cNvPr>
          <p:cNvSpPr txBox="1"/>
          <p:nvPr/>
        </p:nvSpPr>
        <p:spPr>
          <a:xfrm>
            <a:off x="7801433" y="4633667"/>
            <a:ext cx="30935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3.2 форма для ввода данных для анализа нейросетью в нашем проекте.</a:t>
            </a:r>
          </a:p>
        </p:txBody>
      </p:sp>
    </p:spTree>
    <p:extLst>
      <p:ext uri="{BB962C8B-B14F-4D97-AF65-F5344CB8AC3E}">
        <p14:creationId xmlns:p14="http://schemas.microsoft.com/office/powerpoint/2010/main" val="75162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D281F-FE26-4303-91A8-37BB98FD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Сравнение с аналогами (хранение персонажей)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9D463B-8276-46A0-B8FB-8ECD82AB7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711" y="365125"/>
            <a:ext cx="4438649" cy="21811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51648C-E60C-49D5-AAD6-6E3DCCF08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5" y="1734109"/>
            <a:ext cx="4619625" cy="22809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F33665-707A-4424-8BC8-F22F41520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711" y="3281921"/>
            <a:ext cx="4455234" cy="2181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5961B0-8F7D-46D8-9FCF-450FEFEEFC3C}"/>
              </a:ext>
            </a:extLst>
          </p:cNvPr>
          <p:cNvSpPr txBox="1"/>
          <p:nvPr/>
        </p:nvSpPr>
        <p:spPr>
          <a:xfrm>
            <a:off x="1169864" y="4372501"/>
            <a:ext cx="35280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4.1 хранение персонажей в 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Генератор Персонажей 5.5е (2024).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3D806-F329-4131-B0B0-C64C2EC26ABE}"/>
              </a:ext>
            </a:extLst>
          </p:cNvPr>
          <p:cNvSpPr txBox="1"/>
          <p:nvPr/>
        </p:nvSpPr>
        <p:spPr>
          <a:xfrm>
            <a:off x="7112711" y="2720675"/>
            <a:ext cx="4749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4.2 сетка персонажей в профиле нашего проекта.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A6898E-DB33-48C5-BEE1-B7EA218BAD58}"/>
              </a:ext>
            </a:extLst>
          </p:cNvPr>
          <p:cNvSpPr txBox="1"/>
          <p:nvPr/>
        </p:nvSpPr>
        <p:spPr>
          <a:xfrm>
            <a:off x="7765644" y="5641975"/>
            <a:ext cx="3149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Рис 4.3 карточка персонажа в нашем проекте.</a:t>
            </a:r>
          </a:p>
        </p:txBody>
      </p:sp>
    </p:spTree>
    <p:extLst>
      <p:ext uri="{BB962C8B-B14F-4D97-AF65-F5344CB8AC3E}">
        <p14:creationId xmlns:p14="http://schemas.microsoft.com/office/powerpoint/2010/main" val="3575555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A5C4D-01ED-4442-8EC5-1C75A532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</a:t>
            </a: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ерспективы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37E924-C5DE-4A86-A776-8F6F88A5F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Экспорт листа персонажа в формат PDF или JSON.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Добавление генерации изображений (портретов) персонажей с помощью нейросетей.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Расширение базы данных заклинаний и предметов.</a:t>
            </a:r>
          </a:p>
          <a:p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226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E1BD7-1FD1-45F7-812F-B6C35051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C993B1-FA9D-4566-8F64-9F385DB4A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118"/>
            <a:ext cx="10515600" cy="4351338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проекта была решена проблема высокого порога вхождения в D&amp;D. Разработанный сервис автоматизирует рутинные процессы, позволяя игрокам сосредоточиться на отыгрыше, а мастерам — на сюжете.</a:t>
            </a:r>
          </a:p>
          <a:p>
            <a:pPr marL="0" indent="0">
              <a:buNone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Удалось интегрировать нейросеть в проект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Удалось создать удобный пользовательский интерфейс с гибкой настройкой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Удалось спроектировать базу данных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Удалось создать удобную и безопасную систему аккаунтов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418C3-45DF-4C18-BAE4-7371DE026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6" y="5516674"/>
            <a:ext cx="7259063" cy="80021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6602E2E-2CA6-4B31-AA3C-CACAEA340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91" y="4655338"/>
            <a:ext cx="7154273" cy="6287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6541F3-AC1A-4F13-9549-6D6501E71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238" y="1035503"/>
            <a:ext cx="7248525" cy="7239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4BE929D-2E1B-4C12-B9C8-7DA003953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992" y="162602"/>
            <a:ext cx="70770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0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074008-5877-4A1F-BE9F-2F99D2928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836" y="1252233"/>
            <a:ext cx="7716327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548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831</Words>
  <Application>Microsoft Office PowerPoint</Application>
  <PresentationFormat>Широкоэкранный</PresentationFormat>
  <Paragraphs>99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Тема Office</vt:lpstr>
      <vt:lpstr>Государственное бюджетное общеобразовательное учреждение города Москвы «Школа №1561 </vt:lpstr>
      <vt:lpstr>Используемые обозначения и сокращения</vt:lpstr>
      <vt:lpstr>Актуальность темы</vt:lpstr>
      <vt:lpstr>Цели</vt:lpstr>
      <vt:lpstr>Этапы выполнения проекта</vt:lpstr>
      <vt:lpstr>Используемые технологии</vt:lpstr>
      <vt:lpstr>Функциональные возможности</vt:lpstr>
      <vt:lpstr>Аналоги</vt:lpstr>
      <vt:lpstr>Сравнение с аналогами (кастомизация)</vt:lpstr>
      <vt:lpstr>Сравнение с аналогами (генерация персонажей)</vt:lpstr>
      <vt:lpstr>Сравнение с аналогами (хранение персонажей)</vt:lpstr>
      <vt:lpstr>Перспективы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 города Москвы «Школа №1561 </dc:title>
  <dc:creator>_ _</dc:creator>
  <cp:lastModifiedBy>_ _</cp:lastModifiedBy>
  <cp:revision>39</cp:revision>
  <dcterms:created xsi:type="dcterms:W3CDTF">2025-12-21T18:32:57Z</dcterms:created>
  <dcterms:modified xsi:type="dcterms:W3CDTF">2026-02-08T20:46:43Z</dcterms:modified>
</cp:coreProperties>
</file>